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2" r:id="rId4"/>
    <p:sldId id="258" r:id="rId5"/>
    <p:sldId id="259" r:id="rId6"/>
    <p:sldId id="260" r:id="rId7"/>
    <p:sldId id="257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3"/>
  </p:normalViewPr>
  <p:slideViewPr>
    <p:cSldViewPr snapToGrid="0">
      <p:cViewPr varScale="1">
        <p:scale>
          <a:sx n="113" d="100"/>
          <a:sy n="113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5B8012-6721-C6E7-47B0-6B78E8D7B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3A7A56-B1EB-C55C-C270-BD868AB83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9FAC30-9918-AEFD-242E-DF1FCDA57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6F5F-E651-F04F-B956-2744EE925957}" type="datetimeFigureOut">
              <a:rPr lang="es-ES_tradnl" smtClean="0"/>
              <a:t>1/5/26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6E613E-2AE3-B1A5-CF11-8030A6D27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35321E-D5AC-DA08-8C78-D60BB74E0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6155-6F4F-A945-A43E-42A4A416B08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00185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882E1F-B07F-B344-EA8D-EA297CA6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D75D9D-34F2-2CF7-C25A-C0844325F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DC15C5-7244-4690-54D8-95F51888F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6F5F-E651-F04F-B956-2744EE925957}" type="datetimeFigureOut">
              <a:rPr lang="es-ES_tradnl" smtClean="0"/>
              <a:t>1/5/26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363F6F-9428-7783-4068-71110FB0A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582429-91FF-E81D-19BA-6E448E329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6155-6F4F-A945-A43E-42A4A416B08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83807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7234B-606B-E8DA-38A0-FEFD526E4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4D951A-9508-4382-3720-DBA8D5027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6ABAE7-F20B-5D88-4521-C8D95ECEC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6F5F-E651-F04F-B956-2744EE925957}" type="datetimeFigureOut">
              <a:rPr lang="es-ES_tradnl" smtClean="0"/>
              <a:t>1/5/26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A4C3C9-D1EF-86BE-8E6A-486240386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A7FB46-697C-30B9-6F3E-7FA36A621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6155-6F4F-A945-A43E-42A4A416B08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92983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F148A-9D1F-1C73-8F6E-7FA0181EF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B1E218-D07E-42AC-92F6-8167528C17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19A635-CCDB-FBD7-50B1-D7A0A7623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6F90A5-6CB9-DA62-4BF8-740D269AE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6F5F-E651-F04F-B956-2744EE925957}" type="datetimeFigureOut">
              <a:rPr lang="es-ES_tradnl" smtClean="0"/>
              <a:t>1/5/26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74B592-7E6C-9FA0-6A35-CCEE0088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979141-5D88-FE07-5EC8-BC312B5EE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6155-6F4F-A945-A43E-42A4A416B08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84259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CD7E6-9E7E-47FC-9621-A0FFC083A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E88F74-34FD-4EED-1768-53C730647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CC21B27-F6B8-746E-ED46-10C046651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C9DFF4F-A2C7-E2F5-FACB-02868182CA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2170662-DB25-515E-5716-5F88B6FF9B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9CF1C4B-5406-D92C-CCA2-A96ACACD6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6F5F-E651-F04F-B956-2744EE925957}" type="datetimeFigureOut">
              <a:rPr lang="es-ES_tradnl" smtClean="0"/>
              <a:t>1/5/26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90D9A4D-079B-BCBB-CBAF-B6EE77737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3419CBD-80E9-62A3-E603-B2D23D092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6155-6F4F-A945-A43E-42A4A416B08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55209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FB2861-4C4D-CDDE-4FAD-FE6EF5E84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6C4A64A-6636-8C83-5B53-3EF1E4328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6F5F-E651-F04F-B956-2744EE925957}" type="datetimeFigureOut">
              <a:rPr lang="es-ES_tradnl" smtClean="0"/>
              <a:t>1/5/26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1F201AC-E37E-D163-ABF2-1ABE26149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0F6146-83F0-A771-55AE-477A15E20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6155-6F4F-A945-A43E-42A4A416B08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16567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261B6FA-8B32-1272-DDA8-3C3C2DB71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6F5F-E651-F04F-B956-2744EE925957}" type="datetimeFigureOut">
              <a:rPr lang="es-ES_tradnl" smtClean="0"/>
              <a:t>1/5/26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9F8EE51-070B-293D-D3C7-D02563306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1080EA-4D21-3B82-D13E-7696379B2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6155-6F4F-A945-A43E-42A4A416B08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95919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F43688-460B-5633-ABAC-4BF096BE8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7FF3CD-5DE2-5AD7-7828-2249969B1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FF2E71-148D-563A-ABD8-F42ADB3D2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887BC0-DB46-F84A-1531-D9F320A82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6F5F-E651-F04F-B956-2744EE925957}" type="datetimeFigureOut">
              <a:rPr lang="es-ES_tradnl" smtClean="0"/>
              <a:t>1/5/26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AB0E2A-4192-8BB1-A9B6-3EFCFFC0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1C0539-479A-B535-449D-A04D4DF50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6155-6F4F-A945-A43E-42A4A416B08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16342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F97CC-11F5-7C7E-3F06-0AB14B5D9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E571007-1105-D8FA-6377-C5B4C8E8F5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9DE3D66-0EC0-9AB4-2B2A-32616EE40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5F58AD-CEB2-1737-72AB-DFCC88649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6F5F-E651-F04F-B956-2744EE925957}" type="datetimeFigureOut">
              <a:rPr lang="es-ES_tradnl" smtClean="0"/>
              <a:t>1/5/26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E9425B-7D47-9324-254C-561DC8B33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254311-238F-3506-2426-E2CB3E2B1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6155-6F4F-A945-A43E-42A4A416B08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71009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0511E-2A57-528E-BB16-A1615E0E0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67F8D1-6DB5-2537-DC5C-47EDC7FE4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548521-5000-9589-F025-51085261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6F5F-E651-F04F-B956-2744EE925957}" type="datetimeFigureOut">
              <a:rPr lang="es-ES_tradnl" smtClean="0"/>
              <a:t>1/5/26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84CC12-686D-D4D4-BD9F-51E86A1F5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E55FBF-A11C-BFD6-43F5-A96E8C9FB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6155-6F4F-A945-A43E-42A4A416B08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17392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7C88C5-1A1D-3967-2DF1-29014795A3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F0B2CC4-E4F9-3B64-4544-2911983DE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FC47DE-9E0A-278F-5B0B-2C56FD27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6F5F-E651-F04F-B956-2744EE925957}" type="datetimeFigureOut">
              <a:rPr lang="es-ES_tradnl" smtClean="0"/>
              <a:t>1/5/26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900011-730A-872E-5C38-9DF97F51F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84150C-47A3-9C54-8323-F234FB108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86155-6F4F-A945-A43E-42A4A416B08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58042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15346AE-065E-C397-5051-46CA4456A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8D1459-C644-11C3-1A59-9DF7D21AC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3C43A8-00FE-5DC9-3955-650747F0A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276F5F-E651-F04F-B956-2744EE925957}" type="datetimeFigureOut">
              <a:rPr lang="es-ES_tradnl" smtClean="0"/>
              <a:t>1/5/26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4AEE3A-96EA-64E8-65C7-18180BA2C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78B6E5-8C6E-B6BC-7EDE-3EDDD6798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586155-6F4F-A945-A43E-42A4A416B08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04207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6C2435-9388-9A20-0CF9-570FC358D5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endParaRPr lang="es-ES_tradnl" sz="400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929E48-070F-1F14-37EB-451C79FA6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anchor="ctr">
            <a:normAutofit/>
          </a:bodyPr>
          <a:lstStyle/>
          <a:p>
            <a:pPr algn="l"/>
            <a:endParaRPr lang="es-ES_tradnl" sz="2000">
              <a:solidFill>
                <a:srgbClr val="FFFFFF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DDC1D7E-5FC3-6F00-CA52-AC974574F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55" y="1966293"/>
            <a:ext cx="11271288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82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4E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200C293A-AFD4-1A75-D6CB-F9F1270AE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288882"/>
            <a:ext cx="10905066" cy="428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321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70A56FD-9511-9169-1FF5-2CFE956CB6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988993"/>
            <a:ext cx="10905066" cy="488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073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6BC26E78-DB6A-7ACF-CD56-39F400D092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6966" y="457200"/>
            <a:ext cx="819806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897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C64F62D6-25FC-E2EF-2619-E09A5B1AA0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2563" y="457200"/>
            <a:ext cx="9286874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606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F15CEE5-43C5-7120-12BE-5015944038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084412"/>
            <a:ext cx="10905066" cy="468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040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36F9873-642F-4EB5-9636-7DE2F9F95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F8B8011-BF73-4693-BD76-BCF02A8420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7329488-C25D-4C7C-814F-CEBFD5E7C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68D62A5-CA80-455B-8BF4-09BA31DC3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B320F636-F7FE-493A-AF45-D9E22016E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0">
              <a:extLst>
                <a:ext uri="{FF2B5EF4-FFF2-40B4-BE49-F238E27FC236}">
                  <a16:creationId xmlns:a16="http://schemas.microsoft.com/office/drawing/2014/main" id="{3CFAE76A-3CE9-4AC3-9975-186C6B3EEA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21">
              <a:extLst>
                <a:ext uri="{FF2B5EF4-FFF2-40B4-BE49-F238E27FC236}">
                  <a16:creationId xmlns:a16="http://schemas.microsoft.com/office/drawing/2014/main" id="{1D2D7409-1AC7-4A0F-B79D-1664128FB4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F31142D3-5544-B3ED-5D65-0B6EF6C27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191" y="204016"/>
            <a:ext cx="7340003" cy="4807702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3" y="2900856"/>
            <a:ext cx="304800" cy="429768"/>
            <a:chOff x="215328" y="-46937"/>
            <a:chExt cx="304800" cy="2773841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A806547-AC6A-27F2-3BB6-E185E82BA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942" y="5001314"/>
            <a:ext cx="7340004" cy="155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2242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4101</TotalTime>
  <Words>0</Words>
  <Application>Microsoft Macintosh PowerPoint</Application>
  <PresentationFormat>Panorámica</PresentationFormat>
  <Paragraphs>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Cesar Gomez</dc:creator>
  <cp:lastModifiedBy>Cesar Gomez</cp:lastModifiedBy>
  <cp:revision>1</cp:revision>
  <dcterms:created xsi:type="dcterms:W3CDTF">2026-05-01T18:11:14Z</dcterms:created>
  <dcterms:modified xsi:type="dcterms:W3CDTF">2026-05-04T14:32:59Z</dcterms:modified>
</cp:coreProperties>
</file>